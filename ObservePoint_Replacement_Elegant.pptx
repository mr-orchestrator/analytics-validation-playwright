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</a:rPr>
              <a:t>STRATEGIC INVESTMENT PROPOSAL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Replacing ObservePoint</a:t>
            </a:r>
            <a:endParaRPr lang="en-US" sz="44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with Playwright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Analytics Validation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Airline Technology Division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STRICTLY CONFIDENTIAL  |  BOARD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EXECUTIVE SUMMARY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The Situation in 30 Seconds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4023360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THE PROBLEM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419"/>
                </a:solidFill>
              </a:rPr>
              <a:t>ObservePoint contract ends </a:t>
            </a:r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</a:rPr>
              <a:t>March 30, 2026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419"/>
                </a:solidFill>
              </a:rPr>
              <a:t>Current cost: $2,400/month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419"/>
                </a:solidFill>
              </a:rPr>
              <a:t>No renewal path available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C757D"/>
                </a:solidFill>
              </a:rPr>
              <a:t>Legacy system reaching end-of-life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1463040"/>
            <a:ext cx="40233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1"/>
          <p:cNvSpPr/>
          <p:nvPr/>
        </p:nvSpPr>
        <p:spPr>
          <a:xfrm>
            <a:off x="48463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THE SOLUTION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945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419"/>
                </a:solidFill>
              </a:rPr>
              <a:t>Build Playwright-based platform in-house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74320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0352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419"/>
                </a:solidFill>
              </a:rPr>
              <a:t>Deploy in 6 weeks, before deadline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91840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0352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419"/>
                </a:solidFill>
              </a:rPr>
              <a:t>Own the platform forever, no licensing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C757D"/>
                </a:solidFill>
              </a:rPr>
              <a:t>Proven concept already validated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FINANCIAL IMPACT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The Numbers That Matter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757D"/>
                </a:solidFill>
              </a:rPr>
              <a:t>CURRENT COST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419"/>
                </a:solidFill>
              </a:rPr>
              <a:t>ObservePoint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B942"/>
                </a:solidFill>
              </a:rPr>
              <a:t>$2,400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per month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783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757D"/>
                </a:solidFill>
              </a:rPr>
              <a:t>NEW COST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103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419"/>
                </a:solidFill>
              </a:rPr>
              <a:t>Playwright 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</a:rPr>
              <a:t>$0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747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ongoing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60320" cy="18288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783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SAVINGS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$28,800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F5E9"/>
                </a:solidFill>
              </a:rPr>
              <a:t>Year 1 and every year after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One-time investment: 6 weeks of engineering time  •  No ongoing licensing fees  •  Complete ownership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ADCFC">
                    <a:alpha val="20000"/>
                  </a:srgbClr>
                </a:solidFill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</a:rPr>
              <a:t>THE</a:t>
            </a:r>
            <a:endParaRPr lang="en-US" sz="5600" dirty="0"/>
          </a:p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</a:rPr>
              <a:t>CHALLENGE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Why we cannot stand still — and why this is an opportunity.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CURRENT STATE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What ObservePoint Does Today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F1419"/>
                </a:solidFill>
              </a:rPr>
              <a:t>ObservePoint validates that analytics data is accurate across every step of our airline digital journey: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03120"/>
            <a:ext cx="73152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419"/>
                </a:solidFill>
              </a:rPr>
              <a:t>Normal Booking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43200"/>
            <a:ext cx="73152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419"/>
                </a:solidFill>
              </a:rPr>
              <a:t>Seat Selection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83280"/>
            <a:ext cx="73152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74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474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419"/>
                </a:solidFill>
              </a:rPr>
              <a:t>Payment Flow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23360"/>
            <a:ext cx="73152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419"/>
                </a:solidFill>
              </a:rPr>
              <a:t>Confirmation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2103120"/>
            <a:ext cx="3931920" cy="24231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VALIDATION COVERAGE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74320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25780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Google Analytics 4 beacon tracking</a:t>
            </a:r>
            <a:endParaRPr lang="en-US" sz="12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090672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57800" y="3090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Adobe Analytics data layer validation</a:t>
            </a:r>
            <a:endParaRPr lang="en-US" sz="12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438144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57800" y="3438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Custom event parameter accuracy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85616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257800" y="37856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Cross-domain tracking integrity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THE IMPERATIVE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Three Reasons We Cannot Renew ObservePoint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91440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8288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DEADLINE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CONTRACT ENDS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</a:rPr>
              <a:t>March 30, 2026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</a:rPr>
              <a:t>43 days remaining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5544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554480"/>
            <a:ext cx="2651760" cy="91440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82880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COST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UNSUSTAINABLE PRICING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290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</a:rPr>
              <a:t>$28,800/year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42900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</a:rPr>
              <a:t>for limited functionality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15544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554480"/>
            <a:ext cx="2651760" cy="91440"/>
          </a:xfrm>
          <a:prstGeom prst="rect">
            <a:avLst/>
          </a:prstGeom>
          <a:solidFill>
            <a:srgbClr val="F4B94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828800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CAPABILITY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1792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SPA LIMITATIONS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17920" y="3246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4B942"/>
                </a:solidFill>
              </a:rPr>
              <a:t>Breaks on our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4B942"/>
                </a:solidFill>
              </a:rPr>
              <a:t>website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21792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</a:rPr>
              <a:t>Cannot handle SPAs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ADCFC">
                    <a:alpha val="20000"/>
                  </a:srgbClr>
                </a:solidFill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</a:rPr>
              <a:t>OUR</a:t>
            </a:r>
            <a:endParaRPr lang="en-US" sz="5600" dirty="0"/>
          </a:p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</a:rPr>
              <a:t>SOLUTION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Built by our team. Owned by us. Better than what we are replacing.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PROOF OF CONCEPT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We Are Not Starting From Zero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419"/>
                </a:solidFill>
              </a:rPr>
              <a:t>The core platform is built. The following is validated and running today.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945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0848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GA4 Network Capture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2331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Every analytics beacon intercepted at HTTP layer — GET, POST and sendBeacon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697480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7706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SPA Navigation Detection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51560" y="3017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Detects route changes via DOM observers without page reloads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383280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6616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4564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Automated Test Flows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51560" y="3703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Complete booking journey automated with Playwright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4069080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5196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4142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Data Validation Engine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051560" y="4389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Compares expected vs actual beacon parameters in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TECHNICAL DIFFERENTIATOR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The SPA Problem — and Why We Solved 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F1419"/>
                </a:solidFill>
              </a:rPr>
              <a:t>Our airline website is a Single-Page Application (SPA). Pages do not reload between steps — the browser updates content dynamically.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023360" cy="201168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419"/>
                </a:solidFill>
              </a:rPr>
              <a:t>❌ ObservePoint — Breaks on SPAs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419"/>
                </a:solidFill>
              </a:rPr>
              <a:t>•  Detects page changes via full page reload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419"/>
                </a:solidFill>
              </a:rPr>
              <a:t>•  Cannot track SPA route transitions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419"/>
                </a:solidFill>
              </a:rPr>
              <a:t>•  Misses analytics events between steps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419"/>
                </a:solidFill>
              </a:rPr>
              <a:t>•  Requires custom workarounds that fail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023360" cy="20116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419"/>
                </a:solidFill>
              </a:rPr>
              <a:t>✓ Playwright Platform — Built for SPAs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419"/>
                </a:solidFill>
              </a:rPr>
              <a:t>•  DOM mutation observers for route changes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419"/>
                </a:solidFill>
              </a:rPr>
              <a:t>•  Intercepts network calls in real-time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419"/>
                </a:solidFill>
              </a:rPr>
              <a:t>•  Validates every step without page reload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419"/>
                </a:solidFill>
              </a:rPr>
              <a:t>•  Native support for modern web apps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CAPABILITY ASSESSMENT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ObservePoint vs Playwright — Direct Comparison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3108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ObservePoint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Playwright Platform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SPA Support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</a:rPr>
                        <a:t>❌ Fails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✓ Native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Network Interception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C757D"/>
                          </a:solidFill>
                        </a:rPr>
                        <a:t>Limited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✓ Full Control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Custom Test Flows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C757D"/>
                          </a:solidFill>
                        </a:rPr>
                        <a:t>GUI Only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✓ Code-Based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Validation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✓ Yes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✓ Enhanced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Ownership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</a:rPr>
                        <a:t>Licensed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✓ Full Ownership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Annual Cost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</a:rPr>
                        <a:t>$28,800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$0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ADCFC">
                    <a:alpha val="20000"/>
                  </a:srgbClr>
                </a:solidFill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</a:rPr>
              <a:t>THE</a:t>
            </a:r>
            <a:endParaRPr lang="en-US" sz="5600" dirty="0"/>
          </a:p>
          <a:p>
            <a:pPr algn="l"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</a:rPr>
              <a:t>INVESTMENT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Six weeks. One platform. Owned forever.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DELIVERY PLAN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6 Weeks to Full Deployment — Before March 30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WK 1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Feb 16–22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419"/>
                </a:solidFill>
              </a:rPr>
              <a:t>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pytest structure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243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CI/CD pipeline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2549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Network capture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554480"/>
            <a:ext cx="27432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WK 2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Feb 23–Mar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419"/>
                </a:solidFill>
              </a:rPr>
              <a:t>Test Coverage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4231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All booking flows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6243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SPA transitions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82549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Error scenarios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554480"/>
            <a:ext cx="27432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737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WK 3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Mar 2–8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419"/>
                </a:solidFill>
              </a:rPr>
              <a:t>Validation Logic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24231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GA4 rules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6243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Adobe checks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82549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Custom events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46120"/>
            <a:ext cx="27432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429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WK 4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Mar 9–15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419"/>
                </a:solidFill>
              </a:rPr>
              <a:t>Reporting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4114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Dashboard UI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31596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Alert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45171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Export features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32461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7560" y="3246120"/>
            <a:ext cx="27432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429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WK 5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Mar 16–22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419"/>
                </a:solidFill>
              </a:rPr>
              <a:t>Testing &amp; QA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474720" y="4114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Parallel runs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74720" y="431596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Edge cases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74720" y="45171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Load testing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32461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3246120"/>
            <a:ext cx="27432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3429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WK 6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Mar 23–29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3794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419"/>
                </a:solidFill>
              </a:rPr>
              <a:t>Go-Live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355080" y="4114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Production deploy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55080" y="431596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Team training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45171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•  Final handoff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TRANSPARENCY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Where We Lag — and Why It Does Not Matter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1419"/>
                </a:solidFill>
              </a:rPr>
              <a:t>We present gaps transparently. Our assessment: none blocks the cutover.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73152" cy="11430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214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No-Code GUI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ObservePoint has a point-and-click interface for non-developers.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0B981"/>
                </a:solidFill>
              </a:rPr>
              <a:t>✓  Our team prefers code. Tests in version control are more maintainable.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337560"/>
            <a:ext cx="73152" cy="11430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4472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Historical Reporting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749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ObservePoint stores 2+ years of historical test data.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069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0B981"/>
                </a:solidFill>
              </a:rPr>
              <a:t>✓  We export to our data warehouse. Better integration with existing BI tools.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DECISION REQUIRED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C757D"/>
                </a:solidFill>
              </a:rPr>
              <a:t>What We Are Asking Leadership to Approve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755648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APPROVE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9659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6-Week Engineering Engagement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21284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Dedicate team to complete build before March 30 deadline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0604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715768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APPROVE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2926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Production Deployment Authorization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17296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Deploy Playwright platform as replacement for ObservePoint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6616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7490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3675888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APPROVE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886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ObservePoint Contract Termination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133088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57D"/>
                </a:solidFill>
              </a:rPr>
              <a:t>Cancel renewal and transition fully to in-house solution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Questions  &amp; 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108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942"/>
                </a:solidFill>
              </a:rPr>
              <a:t>43 Days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 contract end — we have a plan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292608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108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POC Proven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core functionality is validated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292608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3108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$28.8K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94360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saved annually, year after year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ObservePoint Replacement Strategy</dc:title>
  <dc:subject>PptxGenJS Presentation</dc:subject>
  <dc:creator>Airline Technology Division</dc:creator>
  <cp:lastModifiedBy>Airline Technology Division</cp:lastModifiedBy>
  <cp:revision>1</cp:revision>
  <dcterms:created xsi:type="dcterms:W3CDTF">2026-02-15T10:04:45Z</dcterms:created>
  <dcterms:modified xsi:type="dcterms:W3CDTF">2026-02-15T10:04:45Z</dcterms:modified>
</cp:coreProperties>
</file>